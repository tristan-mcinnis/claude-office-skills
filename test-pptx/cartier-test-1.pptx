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646"/>
  </p:normalViewPr>
  <p:slideViewPr>
    <p:cSldViewPr snapToGrid="0">
      <p:cViewPr varScale="1">
        <p:scale>
          <a:sx n="103" d="100"/>
          <a:sy n="103"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21AD01-D0B1-46B4-173A-BBBF5002920D}"/>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5804B2A9-BDE3-68C6-479E-F7165550A3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CA93F171-0CF7-163F-108A-6E1E87042BFD}"/>
              </a:ext>
            </a:extLst>
          </p:cNvPr>
          <p:cNvSpPr>
            <a:spLocks noGrp="1"/>
          </p:cNvSpPr>
          <p:nvPr>
            <p:ph type="dt" sz="half" idx="10"/>
          </p:nvPr>
        </p:nvSpPr>
        <p:spPr/>
        <p:txBody>
          <a:bodyPr/>
          <a:lstStyle/>
          <a:p>
            <a:fld id="{E6901F7E-F482-7D47-A10F-20C787E335AA}" type="datetimeFigureOut">
              <a:rPr kumimoji="1" lang="zh-CN" altLang="en-US" smtClean="0"/>
              <a:t>2025/12/2</a:t>
            </a:fld>
            <a:endParaRPr kumimoji="1" lang="zh-CN" altLang="en-US"/>
          </a:p>
        </p:txBody>
      </p:sp>
      <p:sp>
        <p:nvSpPr>
          <p:cNvPr id="5" name="页脚占位符 4">
            <a:extLst>
              <a:ext uri="{FF2B5EF4-FFF2-40B4-BE49-F238E27FC236}">
                <a16:creationId xmlns:a16="http://schemas.microsoft.com/office/drawing/2014/main" id="{D1226AF2-4E68-4CA6-2317-4F20D95117F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FB80354-C08C-661A-C5EC-8A62FA1C171D}"/>
              </a:ext>
            </a:extLst>
          </p:cNvPr>
          <p:cNvSpPr>
            <a:spLocks noGrp="1"/>
          </p:cNvSpPr>
          <p:nvPr>
            <p:ph type="sldNum" sz="quarter" idx="12"/>
          </p:nvPr>
        </p:nvSpPr>
        <p:spPr/>
        <p:txBody>
          <a:bodyPr/>
          <a:lstStyle/>
          <a:p>
            <a:fld id="{181F9C59-86B9-084E-9426-5BF92D58D097}" type="slidenum">
              <a:rPr kumimoji="1" lang="zh-CN" altLang="en-US" smtClean="0"/>
              <a:t>‹#›</a:t>
            </a:fld>
            <a:endParaRPr kumimoji="1" lang="zh-CN" altLang="en-US"/>
          </a:p>
        </p:txBody>
      </p:sp>
    </p:spTree>
    <p:extLst>
      <p:ext uri="{BB962C8B-B14F-4D97-AF65-F5344CB8AC3E}">
        <p14:creationId xmlns:p14="http://schemas.microsoft.com/office/powerpoint/2010/main" val="3832676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768DF0-6D3A-EC31-DB86-2741F1F75154}"/>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3F17F9F3-7DF9-7C74-04D3-28EBB1CED4D3}"/>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7240E904-2B60-A5A4-51F5-C994DEBDFEB9}"/>
              </a:ext>
            </a:extLst>
          </p:cNvPr>
          <p:cNvSpPr>
            <a:spLocks noGrp="1"/>
          </p:cNvSpPr>
          <p:nvPr>
            <p:ph type="dt" sz="half" idx="10"/>
          </p:nvPr>
        </p:nvSpPr>
        <p:spPr/>
        <p:txBody>
          <a:bodyPr/>
          <a:lstStyle/>
          <a:p>
            <a:fld id="{E6901F7E-F482-7D47-A10F-20C787E335AA}" type="datetimeFigureOut">
              <a:rPr kumimoji="1" lang="zh-CN" altLang="en-US" smtClean="0"/>
              <a:t>2025/12/2</a:t>
            </a:fld>
            <a:endParaRPr kumimoji="1" lang="zh-CN" altLang="en-US"/>
          </a:p>
        </p:txBody>
      </p:sp>
      <p:sp>
        <p:nvSpPr>
          <p:cNvPr id="5" name="页脚占位符 4">
            <a:extLst>
              <a:ext uri="{FF2B5EF4-FFF2-40B4-BE49-F238E27FC236}">
                <a16:creationId xmlns:a16="http://schemas.microsoft.com/office/drawing/2014/main" id="{D5622BA7-B1B7-E7F2-AC4E-EA81BD9B424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9C4C5D44-B848-FD8D-B42F-97DBE55F6F25}"/>
              </a:ext>
            </a:extLst>
          </p:cNvPr>
          <p:cNvSpPr>
            <a:spLocks noGrp="1"/>
          </p:cNvSpPr>
          <p:nvPr>
            <p:ph type="sldNum" sz="quarter" idx="12"/>
          </p:nvPr>
        </p:nvSpPr>
        <p:spPr/>
        <p:txBody>
          <a:bodyPr/>
          <a:lstStyle/>
          <a:p>
            <a:fld id="{181F9C59-86B9-084E-9426-5BF92D58D097}" type="slidenum">
              <a:rPr kumimoji="1" lang="zh-CN" altLang="en-US" smtClean="0"/>
              <a:t>‹#›</a:t>
            </a:fld>
            <a:endParaRPr kumimoji="1" lang="zh-CN" altLang="en-US"/>
          </a:p>
        </p:txBody>
      </p:sp>
    </p:spTree>
    <p:extLst>
      <p:ext uri="{BB962C8B-B14F-4D97-AF65-F5344CB8AC3E}">
        <p14:creationId xmlns:p14="http://schemas.microsoft.com/office/powerpoint/2010/main" val="25015565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206D43-B4B0-0353-ECB9-B41AE1456A44}"/>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B100856D-2943-86F7-AA99-B771F751296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0A03FB86-2BFF-43E7-9CA8-E5656BE2B58D}"/>
              </a:ext>
            </a:extLst>
          </p:cNvPr>
          <p:cNvSpPr>
            <a:spLocks noGrp="1"/>
          </p:cNvSpPr>
          <p:nvPr>
            <p:ph type="dt" sz="half" idx="10"/>
          </p:nvPr>
        </p:nvSpPr>
        <p:spPr/>
        <p:txBody>
          <a:bodyPr/>
          <a:lstStyle/>
          <a:p>
            <a:fld id="{E6901F7E-F482-7D47-A10F-20C787E335AA}" type="datetimeFigureOut">
              <a:rPr kumimoji="1" lang="zh-CN" altLang="en-US" smtClean="0"/>
              <a:t>2025/12/2</a:t>
            </a:fld>
            <a:endParaRPr kumimoji="1" lang="zh-CN" altLang="en-US"/>
          </a:p>
        </p:txBody>
      </p:sp>
      <p:sp>
        <p:nvSpPr>
          <p:cNvPr id="5" name="页脚占位符 4">
            <a:extLst>
              <a:ext uri="{FF2B5EF4-FFF2-40B4-BE49-F238E27FC236}">
                <a16:creationId xmlns:a16="http://schemas.microsoft.com/office/drawing/2014/main" id="{00F08506-E8F2-2D76-D27D-5D96D3FED3F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CBAE136-4745-EEC4-6AF7-7D85B3E4D60A}"/>
              </a:ext>
            </a:extLst>
          </p:cNvPr>
          <p:cNvSpPr>
            <a:spLocks noGrp="1"/>
          </p:cNvSpPr>
          <p:nvPr>
            <p:ph type="sldNum" sz="quarter" idx="12"/>
          </p:nvPr>
        </p:nvSpPr>
        <p:spPr/>
        <p:txBody>
          <a:bodyPr/>
          <a:lstStyle/>
          <a:p>
            <a:fld id="{181F9C59-86B9-084E-9426-5BF92D58D097}" type="slidenum">
              <a:rPr kumimoji="1" lang="zh-CN" altLang="en-US" smtClean="0"/>
              <a:t>‹#›</a:t>
            </a:fld>
            <a:endParaRPr kumimoji="1" lang="zh-CN" altLang="en-US"/>
          </a:p>
        </p:txBody>
      </p:sp>
    </p:spTree>
    <p:extLst>
      <p:ext uri="{BB962C8B-B14F-4D97-AF65-F5344CB8AC3E}">
        <p14:creationId xmlns:p14="http://schemas.microsoft.com/office/powerpoint/2010/main" val="641127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305BD5-7656-7A18-C4BD-EEFBAD171BDA}"/>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0B8F3772-9D31-714D-A5E9-3DDEBB0B2586}"/>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E7B3C416-D4F6-15D8-1C36-2054BDEE9C18}"/>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88438095-6B7E-9730-D965-3B5CCF796B27}"/>
              </a:ext>
            </a:extLst>
          </p:cNvPr>
          <p:cNvSpPr>
            <a:spLocks noGrp="1"/>
          </p:cNvSpPr>
          <p:nvPr>
            <p:ph type="dt" sz="half" idx="10"/>
          </p:nvPr>
        </p:nvSpPr>
        <p:spPr/>
        <p:txBody>
          <a:bodyPr/>
          <a:lstStyle/>
          <a:p>
            <a:fld id="{E6901F7E-F482-7D47-A10F-20C787E335AA}" type="datetimeFigureOut">
              <a:rPr kumimoji="1" lang="zh-CN" altLang="en-US" smtClean="0"/>
              <a:t>2025/12/2</a:t>
            </a:fld>
            <a:endParaRPr kumimoji="1" lang="zh-CN" altLang="en-US"/>
          </a:p>
        </p:txBody>
      </p:sp>
      <p:sp>
        <p:nvSpPr>
          <p:cNvPr id="6" name="页脚占位符 5">
            <a:extLst>
              <a:ext uri="{FF2B5EF4-FFF2-40B4-BE49-F238E27FC236}">
                <a16:creationId xmlns:a16="http://schemas.microsoft.com/office/drawing/2014/main" id="{A273B187-730B-C5EF-6BA7-B277C33E071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647BE3FA-F51C-8FD9-5A0B-3D964B0F0F97}"/>
              </a:ext>
            </a:extLst>
          </p:cNvPr>
          <p:cNvSpPr>
            <a:spLocks noGrp="1"/>
          </p:cNvSpPr>
          <p:nvPr>
            <p:ph type="sldNum" sz="quarter" idx="12"/>
          </p:nvPr>
        </p:nvSpPr>
        <p:spPr/>
        <p:txBody>
          <a:bodyPr/>
          <a:lstStyle/>
          <a:p>
            <a:fld id="{181F9C59-86B9-084E-9426-5BF92D58D097}" type="slidenum">
              <a:rPr kumimoji="1" lang="zh-CN" altLang="en-US" smtClean="0"/>
              <a:t>‹#›</a:t>
            </a:fld>
            <a:endParaRPr kumimoji="1" lang="zh-CN" altLang="en-US"/>
          </a:p>
        </p:txBody>
      </p:sp>
    </p:spTree>
    <p:extLst>
      <p:ext uri="{BB962C8B-B14F-4D97-AF65-F5344CB8AC3E}">
        <p14:creationId xmlns:p14="http://schemas.microsoft.com/office/powerpoint/2010/main" val="2905173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1DE8F4-76ED-23E1-24BD-FAA8CFA90549}"/>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3797BAEA-DD4E-067E-1F4A-CF304ECBF7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00E70235-346A-7D71-92B3-983DDCA535F1}"/>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D7FBF4C8-1961-339B-F1B2-C40B6A645C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CFACE0FC-3B3C-49C3-F805-74F19C30F19A}"/>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8BA902B2-2829-3803-0F6B-E4A27B0041CC}"/>
              </a:ext>
            </a:extLst>
          </p:cNvPr>
          <p:cNvSpPr>
            <a:spLocks noGrp="1"/>
          </p:cNvSpPr>
          <p:nvPr>
            <p:ph type="dt" sz="half" idx="10"/>
          </p:nvPr>
        </p:nvSpPr>
        <p:spPr/>
        <p:txBody>
          <a:bodyPr/>
          <a:lstStyle/>
          <a:p>
            <a:fld id="{E6901F7E-F482-7D47-A10F-20C787E335AA}" type="datetimeFigureOut">
              <a:rPr kumimoji="1" lang="zh-CN" altLang="en-US" smtClean="0"/>
              <a:t>2025/12/2</a:t>
            </a:fld>
            <a:endParaRPr kumimoji="1" lang="zh-CN" altLang="en-US"/>
          </a:p>
        </p:txBody>
      </p:sp>
      <p:sp>
        <p:nvSpPr>
          <p:cNvPr id="8" name="页脚占位符 7">
            <a:extLst>
              <a:ext uri="{FF2B5EF4-FFF2-40B4-BE49-F238E27FC236}">
                <a16:creationId xmlns:a16="http://schemas.microsoft.com/office/drawing/2014/main" id="{EBA56803-3CAF-0A7F-41B8-8CF793B9E727}"/>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6FDA5338-2C11-62FC-C8D8-054DC6D6D500}"/>
              </a:ext>
            </a:extLst>
          </p:cNvPr>
          <p:cNvSpPr>
            <a:spLocks noGrp="1"/>
          </p:cNvSpPr>
          <p:nvPr>
            <p:ph type="sldNum" sz="quarter" idx="12"/>
          </p:nvPr>
        </p:nvSpPr>
        <p:spPr/>
        <p:txBody>
          <a:bodyPr/>
          <a:lstStyle/>
          <a:p>
            <a:fld id="{181F9C59-86B9-084E-9426-5BF92D58D097}" type="slidenum">
              <a:rPr kumimoji="1" lang="zh-CN" altLang="en-US" smtClean="0"/>
              <a:t>‹#›</a:t>
            </a:fld>
            <a:endParaRPr kumimoji="1" lang="zh-CN" altLang="en-US"/>
          </a:p>
        </p:txBody>
      </p:sp>
    </p:spTree>
    <p:extLst>
      <p:ext uri="{BB962C8B-B14F-4D97-AF65-F5344CB8AC3E}">
        <p14:creationId xmlns:p14="http://schemas.microsoft.com/office/powerpoint/2010/main" val="1224982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F9EA0F-5CD4-7AB6-EFE9-041F78313CB5}"/>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B6EC1E15-3C6A-0B50-983E-0F2C3AE87F2C}"/>
              </a:ext>
            </a:extLst>
          </p:cNvPr>
          <p:cNvSpPr>
            <a:spLocks noGrp="1"/>
          </p:cNvSpPr>
          <p:nvPr>
            <p:ph type="dt" sz="half" idx="10"/>
          </p:nvPr>
        </p:nvSpPr>
        <p:spPr/>
        <p:txBody>
          <a:bodyPr/>
          <a:lstStyle/>
          <a:p>
            <a:fld id="{E6901F7E-F482-7D47-A10F-20C787E335AA}" type="datetimeFigureOut">
              <a:rPr kumimoji="1" lang="zh-CN" altLang="en-US" smtClean="0"/>
              <a:t>2025/12/2</a:t>
            </a:fld>
            <a:endParaRPr kumimoji="1" lang="zh-CN" altLang="en-US"/>
          </a:p>
        </p:txBody>
      </p:sp>
      <p:sp>
        <p:nvSpPr>
          <p:cNvPr id="4" name="页脚占位符 3">
            <a:extLst>
              <a:ext uri="{FF2B5EF4-FFF2-40B4-BE49-F238E27FC236}">
                <a16:creationId xmlns:a16="http://schemas.microsoft.com/office/drawing/2014/main" id="{2F682B64-028D-AC00-4799-30A4E5C82DDB}"/>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72D97E6B-50AA-AA69-FCFB-A28A8CBA1CDB}"/>
              </a:ext>
            </a:extLst>
          </p:cNvPr>
          <p:cNvSpPr>
            <a:spLocks noGrp="1"/>
          </p:cNvSpPr>
          <p:nvPr>
            <p:ph type="sldNum" sz="quarter" idx="12"/>
          </p:nvPr>
        </p:nvSpPr>
        <p:spPr/>
        <p:txBody>
          <a:bodyPr/>
          <a:lstStyle/>
          <a:p>
            <a:fld id="{181F9C59-86B9-084E-9426-5BF92D58D097}" type="slidenum">
              <a:rPr kumimoji="1" lang="zh-CN" altLang="en-US" smtClean="0"/>
              <a:t>‹#›</a:t>
            </a:fld>
            <a:endParaRPr kumimoji="1" lang="zh-CN" altLang="en-US"/>
          </a:p>
        </p:txBody>
      </p:sp>
    </p:spTree>
    <p:extLst>
      <p:ext uri="{BB962C8B-B14F-4D97-AF65-F5344CB8AC3E}">
        <p14:creationId xmlns:p14="http://schemas.microsoft.com/office/powerpoint/2010/main" val="2164477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B1A4509-82E4-7DFD-237D-6DB75819D8D4}"/>
              </a:ext>
            </a:extLst>
          </p:cNvPr>
          <p:cNvSpPr>
            <a:spLocks noGrp="1"/>
          </p:cNvSpPr>
          <p:nvPr>
            <p:ph type="dt" sz="half" idx="10"/>
          </p:nvPr>
        </p:nvSpPr>
        <p:spPr/>
        <p:txBody>
          <a:bodyPr/>
          <a:lstStyle/>
          <a:p>
            <a:fld id="{E6901F7E-F482-7D47-A10F-20C787E335AA}" type="datetimeFigureOut">
              <a:rPr kumimoji="1" lang="zh-CN" altLang="en-US" smtClean="0"/>
              <a:t>2025/12/2</a:t>
            </a:fld>
            <a:endParaRPr kumimoji="1" lang="zh-CN" altLang="en-US"/>
          </a:p>
        </p:txBody>
      </p:sp>
      <p:sp>
        <p:nvSpPr>
          <p:cNvPr id="3" name="页脚占位符 2">
            <a:extLst>
              <a:ext uri="{FF2B5EF4-FFF2-40B4-BE49-F238E27FC236}">
                <a16:creationId xmlns:a16="http://schemas.microsoft.com/office/drawing/2014/main" id="{C463008A-ACA1-4939-D8F7-CF65F9BBA3EB}"/>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C0FB3E81-2B49-A4D1-DED9-CB7F12E367F7}"/>
              </a:ext>
            </a:extLst>
          </p:cNvPr>
          <p:cNvSpPr>
            <a:spLocks noGrp="1"/>
          </p:cNvSpPr>
          <p:nvPr>
            <p:ph type="sldNum" sz="quarter" idx="12"/>
          </p:nvPr>
        </p:nvSpPr>
        <p:spPr/>
        <p:txBody>
          <a:bodyPr/>
          <a:lstStyle/>
          <a:p>
            <a:fld id="{181F9C59-86B9-084E-9426-5BF92D58D097}" type="slidenum">
              <a:rPr kumimoji="1" lang="zh-CN" altLang="en-US" smtClean="0"/>
              <a:t>‹#›</a:t>
            </a:fld>
            <a:endParaRPr kumimoji="1" lang="zh-CN" altLang="en-US"/>
          </a:p>
        </p:txBody>
      </p:sp>
    </p:spTree>
    <p:extLst>
      <p:ext uri="{BB962C8B-B14F-4D97-AF65-F5344CB8AC3E}">
        <p14:creationId xmlns:p14="http://schemas.microsoft.com/office/powerpoint/2010/main" val="2420999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72F65C-9288-024C-51CB-17F689D06C77}"/>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2C57C489-8E49-A23D-5787-B4603DC34F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65E6B90E-967F-E561-6F79-4BB11B2935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C89F7F25-8AAA-EEB8-0034-AC2F2141986C}"/>
              </a:ext>
            </a:extLst>
          </p:cNvPr>
          <p:cNvSpPr>
            <a:spLocks noGrp="1"/>
          </p:cNvSpPr>
          <p:nvPr>
            <p:ph type="dt" sz="half" idx="10"/>
          </p:nvPr>
        </p:nvSpPr>
        <p:spPr/>
        <p:txBody>
          <a:bodyPr/>
          <a:lstStyle/>
          <a:p>
            <a:fld id="{E6901F7E-F482-7D47-A10F-20C787E335AA}" type="datetimeFigureOut">
              <a:rPr kumimoji="1" lang="zh-CN" altLang="en-US" smtClean="0"/>
              <a:t>2025/12/2</a:t>
            </a:fld>
            <a:endParaRPr kumimoji="1" lang="zh-CN" altLang="en-US"/>
          </a:p>
        </p:txBody>
      </p:sp>
      <p:sp>
        <p:nvSpPr>
          <p:cNvPr id="6" name="页脚占位符 5">
            <a:extLst>
              <a:ext uri="{FF2B5EF4-FFF2-40B4-BE49-F238E27FC236}">
                <a16:creationId xmlns:a16="http://schemas.microsoft.com/office/drawing/2014/main" id="{B40C99CC-AB4D-0239-4912-324A4D4C624E}"/>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0811103-D782-D86B-C885-10744DD574FD}"/>
              </a:ext>
            </a:extLst>
          </p:cNvPr>
          <p:cNvSpPr>
            <a:spLocks noGrp="1"/>
          </p:cNvSpPr>
          <p:nvPr>
            <p:ph type="sldNum" sz="quarter" idx="12"/>
          </p:nvPr>
        </p:nvSpPr>
        <p:spPr/>
        <p:txBody>
          <a:bodyPr/>
          <a:lstStyle/>
          <a:p>
            <a:fld id="{181F9C59-86B9-084E-9426-5BF92D58D097}" type="slidenum">
              <a:rPr kumimoji="1" lang="zh-CN" altLang="en-US" smtClean="0"/>
              <a:t>‹#›</a:t>
            </a:fld>
            <a:endParaRPr kumimoji="1" lang="zh-CN" altLang="en-US"/>
          </a:p>
        </p:txBody>
      </p:sp>
    </p:spTree>
    <p:extLst>
      <p:ext uri="{BB962C8B-B14F-4D97-AF65-F5344CB8AC3E}">
        <p14:creationId xmlns:p14="http://schemas.microsoft.com/office/powerpoint/2010/main" val="2473441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D15B50-9E36-3825-FF1C-31330B5D9E56}"/>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B85269E2-9524-49D1-1B0F-0E15F195D3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F1076022-C360-89C6-D14B-6B1BB5E310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58C9AD6E-B20C-857A-7838-DDAC76EAE00C}"/>
              </a:ext>
            </a:extLst>
          </p:cNvPr>
          <p:cNvSpPr>
            <a:spLocks noGrp="1"/>
          </p:cNvSpPr>
          <p:nvPr>
            <p:ph type="dt" sz="half" idx="10"/>
          </p:nvPr>
        </p:nvSpPr>
        <p:spPr/>
        <p:txBody>
          <a:bodyPr/>
          <a:lstStyle/>
          <a:p>
            <a:fld id="{E6901F7E-F482-7D47-A10F-20C787E335AA}" type="datetimeFigureOut">
              <a:rPr kumimoji="1" lang="zh-CN" altLang="en-US" smtClean="0"/>
              <a:t>2025/12/2</a:t>
            </a:fld>
            <a:endParaRPr kumimoji="1" lang="zh-CN" altLang="en-US"/>
          </a:p>
        </p:txBody>
      </p:sp>
      <p:sp>
        <p:nvSpPr>
          <p:cNvPr id="6" name="页脚占位符 5">
            <a:extLst>
              <a:ext uri="{FF2B5EF4-FFF2-40B4-BE49-F238E27FC236}">
                <a16:creationId xmlns:a16="http://schemas.microsoft.com/office/drawing/2014/main" id="{3A74C01D-4021-3204-923B-736E66C0498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CA11A0DF-B093-3382-648B-D1376E719E4E}"/>
              </a:ext>
            </a:extLst>
          </p:cNvPr>
          <p:cNvSpPr>
            <a:spLocks noGrp="1"/>
          </p:cNvSpPr>
          <p:nvPr>
            <p:ph type="sldNum" sz="quarter" idx="12"/>
          </p:nvPr>
        </p:nvSpPr>
        <p:spPr/>
        <p:txBody>
          <a:bodyPr/>
          <a:lstStyle/>
          <a:p>
            <a:fld id="{181F9C59-86B9-084E-9426-5BF92D58D097}" type="slidenum">
              <a:rPr kumimoji="1" lang="zh-CN" altLang="en-US" smtClean="0"/>
              <a:t>‹#›</a:t>
            </a:fld>
            <a:endParaRPr kumimoji="1" lang="zh-CN" altLang="en-US"/>
          </a:p>
        </p:txBody>
      </p:sp>
    </p:spTree>
    <p:extLst>
      <p:ext uri="{BB962C8B-B14F-4D97-AF65-F5344CB8AC3E}">
        <p14:creationId xmlns:p14="http://schemas.microsoft.com/office/powerpoint/2010/main" val="1443091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16921C-6428-1185-9DB0-D4AFDD8D8C1F}"/>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8B041B3E-106F-FF9F-9904-D78A47DC52EA}"/>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164CD117-AA1C-0B2E-61FB-F54A95DD46FB}"/>
              </a:ext>
            </a:extLst>
          </p:cNvPr>
          <p:cNvSpPr>
            <a:spLocks noGrp="1"/>
          </p:cNvSpPr>
          <p:nvPr>
            <p:ph type="dt" sz="half" idx="10"/>
          </p:nvPr>
        </p:nvSpPr>
        <p:spPr/>
        <p:txBody>
          <a:bodyPr/>
          <a:lstStyle/>
          <a:p>
            <a:fld id="{E6901F7E-F482-7D47-A10F-20C787E335AA}" type="datetimeFigureOut">
              <a:rPr kumimoji="1" lang="zh-CN" altLang="en-US" smtClean="0"/>
              <a:t>2025/12/2</a:t>
            </a:fld>
            <a:endParaRPr kumimoji="1" lang="zh-CN" altLang="en-US"/>
          </a:p>
        </p:txBody>
      </p:sp>
      <p:sp>
        <p:nvSpPr>
          <p:cNvPr id="5" name="页脚占位符 4">
            <a:extLst>
              <a:ext uri="{FF2B5EF4-FFF2-40B4-BE49-F238E27FC236}">
                <a16:creationId xmlns:a16="http://schemas.microsoft.com/office/drawing/2014/main" id="{DD45A8BD-4C4B-5CFE-3696-F99BBCD8C66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3C1B8ED-BA69-D04E-1FF2-24C56448A260}"/>
              </a:ext>
            </a:extLst>
          </p:cNvPr>
          <p:cNvSpPr>
            <a:spLocks noGrp="1"/>
          </p:cNvSpPr>
          <p:nvPr>
            <p:ph type="sldNum" sz="quarter" idx="12"/>
          </p:nvPr>
        </p:nvSpPr>
        <p:spPr/>
        <p:txBody>
          <a:bodyPr/>
          <a:lstStyle/>
          <a:p>
            <a:fld id="{181F9C59-86B9-084E-9426-5BF92D58D097}" type="slidenum">
              <a:rPr kumimoji="1" lang="zh-CN" altLang="en-US" smtClean="0"/>
              <a:t>‹#›</a:t>
            </a:fld>
            <a:endParaRPr kumimoji="1" lang="zh-CN" altLang="en-US"/>
          </a:p>
        </p:txBody>
      </p:sp>
    </p:spTree>
    <p:extLst>
      <p:ext uri="{BB962C8B-B14F-4D97-AF65-F5344CB8AC3E}">
        <p14:creationId xmlns:p14="http://schemas.microsoft.com/office/powerpoint/2010/main" val="11776972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3F150EE-8CA2-F6D4-AC06-29BDB6546C57}"/>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CBA1E1C6-DD82-8C0A-B904-2309CA022B7E}"/>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31231A36-2A4D-6E16-9B0A-918578F8972B}"/>
              </a:ext>
            </a:extLst>
          </p:cNvPr>
          <p:cNvSpPr>
            <a:spLocks noGrp="1"/>
          </p:cNvSpPr>
          <p:nvPr>
            <p:ph type="dt" sz="half" idx="10"/>
          </p:nvPr>
        </p:nvSpPr>
        <p:spPr/>
        <p:txBody>
          <a:bodyPr/>
          <a:lstStyle/>
          <a:p>
            <a:fld id="{E6901F7E-F482-7D47-A10F-20C787E335AA}" type="datetimeFigureOut">
              <a:rPr kumimoji="1" lang="zh-CN" altLang="en-US" smtClean="0"/>
              <a:t>2025/12/2</a:t>
            </a:fld>
            <a:endParaRPr kumimoji="1" lang="zh-CN" altLang="en-US"/>
          </a:p>
        </p:txBody>
      </p:sp>
      <p:sp>
        <p:nvSpPr>
          <p:cNvPr id="5" name="页脚占位符 4">
            <a:extLst>
              <a:ext uri="{FF2B5EF4-FFF2-40B4-BE49-F238E27FC236}">
                <a16:creationId xmlns:a16="http://schemas.microsoft.com/office/drawing/2014/main" id="{1797F590-D986-D568-26A1-F588E207E08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A5778B1-6B2E-7E9B-5EAC-379CDD6E5493}"/>
              </a:ext>
            </a:extLst>
          </p:cNvPr>
          <p:cNvSpPr>
            <a:spLocks noGrp="1"/>
          </p:cNvSpPr>
          <p:nvPr>
            <p:ph type="sldNum" sz="quarter" idx="12"/>
          </p:nvPr>
        </p:nvSpPr>
        <p:spPr/>
        <p:txBody>
          <a:bodyPr/>
          <a:lstStyle/>
          <a:p>
            <a:fld id="{181F9C59-86B9-084E-9426-5BF92D58D097}" type="slidenum">
              <a:rPr kumimoji="1" lang="zh-CN" altLang="en-US" smtClean="0"/>
              <a:t>‹#›</a:t>
            </a:fld>
            <a:endParaRPr kumimoji="1" lang="zh-CN" altLang="en-US"/>
          </a:p>
        </p:txBody>
      </p:sp>
    </p:spTree>
    <p:extLst>
      <p:ext uri="{BB962C8B-B14F-4D97-AF65-F5344CB8AC3E}">
        <p14:creationId xmlns:p14="http://schemas.microsoft.com/office/powerpoint/2010/main" val="2934209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323298A-A5C0-55F5-C50C-31E4D76C91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7398955B-A88D-4331-DF2F-1ED79E53A2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A6BDB37-B4BF-4189-1C51-DCAA560750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6901F7E-F482-7D47-A10F-20C787E335AA}" type="datetimeFigureOut">
              <a:rPr kumimoji="1" lang="zh-CN" altLang="en-US" smtClean="0"/>
              <a:t>2025/12/2</a:t>
            </a:fld>
            <a:endParaRPr kumimoji="1" lang="zh-CN" altLang="en-US"/>
          </a:p>
        </p:txBody>
      </p:sp>
      <p:sp>
        <p:nvSpPr>
          <p:cNvPr id="5" name="页脚占位符 4">
            <a:extLst>
              <a:ext uri="{FF2B5EF4-FFF2-40B4-BE49-F238E27FC236}">
                <a16:creationId xmlns:a16="http://schemas.microsoft.com/office/drawing/2014/main" id="{56A9AA98-A765-6CA5-7CB2-A1A351DAC9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FF2BFD00-6C76-933A-D457-9F7FFB2299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1F9C59-86B9-084E-9426-5BF92D58D097}" type="slidenum">
              <a:rPr kumimoji="1" lang="zh-CN" altLang="en-US" smtClean="0"/>
              <a:t>‹#›</a:t>
            </a:fld>
            <a:endParaRPr kumimoji="1" lang="zh-CN" altLang="en-US"/>
          </a:p>
        </p:txBody>
      </p:sp>
    </p:spTree>
    <p:extLst>
      <p:ext uri="{BB962C8B-B14F-4D97-AF65-F5344CB8AC3E}">
        <p14:creationId xmlns:p14="http://schemas.microsoft.com/office/powerpoint/2010/main" val="740615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2CCB8618-6CFB-916E-FB88-4EB954736A1E}"/>
              </a:ext>
            </a:extLst>
          </p:cNvPr>
          <p:cNvSpPr>
            <a:spLocks noGrp="1"/>
          </p:cNvSpPr>
          <p:nvPr>
            <p:ph type="subTitle" idx="1"/>
          </p:nvPr>
        </p:nvSpPr>
        <p:spPr>
          <a:xfrm>
            <a:off x="782593" y="500491"/>
            <a:ext cx="10770975" cy="5850881"/>
          </a:xfrm>
        </p:spPr>
        <p:txBody>
          <a:bodyPr>
            <a:normAutofit/>
          </a:bodyPr>
          <a:lstStyle/>
          <a:p>
            <a:pPr algn="l"/>
            <a:r>
              <a:rPr kumimoji="1" lang="zh-CN" altLang="en-US" sz="2000" dirty="0"/>
              <a:t>姓名：</a:t>
            </a:r>
            <a:endParaRPr kumimoji="1" lang="en-US" altLang="zh-CN" sz="2000" dirty="0"/>
          </a:p>
          <a:p>
            <a:pPr algn="l"/>
            <a:r>
              <a:rPr kumimoji="1" lang="zh-CN" altLang="en-US" sz="2000" dirty="0"/>
              <a:t>年龄：</a:t>
            </a:r>
            <a:endParaRPr kumimoji="1" lang="en-US" altLang="zh-CN" sz="2000" dirty="0"/>
          </a:p>
          <a:p>
            <a:pPr algn="l"/>
            <a:r>
              <a:rPr kumimoji="1" lang="zh-CN" altLang="en-US" sz="2000" dirty="0"/>
              <a:t>具体介绍一下您的职业和行业：</a:t>
            </a:r>
            <a:endParaRPr kumimoji="1" lang="en-US" altLang="zh-CN" sz="2000" dirty="0"/>
          </a:p>
          <a:p>
            <a:pPr algn="l"/>
            <a:r>
              <a:rPr kumimoji="1" lang="zh-CN" altLang="en-US" sz="2000" dirty="0"/>
              <a:t>家庭月收入：</a:t>
            </a:r>
            <a:endParaRPr kumimoji="1" lang="en-US" altLang="zh-CN" sz="2000" dirty="0"/>
          </a:p>
          <a:p>
            <a:pPr algn="l"/>
            <a:r>
              <a:rPr kumimoji="1" lang="zh-CN" altLang="en-US" sz="2000" dirty="0"/>
              <a:t>平时的兴趣爱好：</a:t>
            </a:r>
            <a:endParaRPr kumimoji="1" lang="en-US" altLang="zh-CN" sz="2000" dirty="0"/>
          </a:p>
          <a:p>
            <a:pPr algn="l"/>
            <a:endParaRPr kumimoji="1" lang="en-US" altLang="zh-CN" sz="2000" dirty="0"/>
          </a:p>
          <a:p>
            <a:pPr algn="l"/>
            <a:r>
              <a:rPr kumimoji="1" lang="zh-CN" altLang="en-US" sz="2000" dirty="0"/>
              <a:t>类型</a:t>
            </a:r>
            <a:r>
              <a:rPr kumimoji="1" lang="en-US" altLang="zh-CN" sz="2000" dirty="0"/>
              <a:t>A:</a:t>
            </a:r>
            <a:r>
              <a:rPr kumimoji="1" lang="zh-CN" altLang="en-US" sz="2000" dirty="0"/>
              <a:t> </a:t>
            </a:r>
            <a:endParaRPr kumimoji="1" lang="en-US" altLang="zh-CN" sz="2000" dirty="0"/>
          </a:p>
          <a:p>
            <a:pPr marL="457200" indent="-457200" algn="l">
              <a:buAutoNum type="arabicPeriod"/>
            </a:pPr>
            <a:r>
              <a:rPr kumimoji="1" lang="zh-CN" altLang="en-US" sz="2000" dirty="0"/>
              <a:t>请用几句话描述一下您当时是在怎么样的一个人生里程碑的情况下购买了哪一块表？</a:t>
            </a:r>
            <a:endParaRPr kumimoji="1" lang="en-US" altLang="zh-CN" sz="2000" dirty="0"/>
          </a:p>
          <a:p>
            <a:pPr marL="457200" indent="-457200" algn="l">
              <a:buAutoNum type="arabicPeriod"/>
            </a:pPr>
            <a:r>
              <a:rPr kumimoji="1" lang="zh-CN" altLang="en-US" sz="2000" dirty="0"/>
              <a:t>为什么会选择表作为自己的奖励自己这次的人生里程碑？</a:t>
            </a:r>
            <a:endParaRPr kumimoji="1" lang="en-US" altLang="zh-CN" sz="2000" dirty="0"/>
          </a:p>
          <a:p>
            <a:pPr marL="457200" indent="-457200" algn="l">
              <a:buAutoNum type="arabicPeriod"/>
            </a:pPr>
            <a:r>
              <a:rPr kumimoji="1" lang="zh-CN" altLang="en-US" sz="2000" dirty="0"/>
              <a:t>为什么会选择这个品牌的表？</a:t>
            </a:r>
            <a:endParaRPr kumimoji="1" lang="en-US" altLang="zh-CN" sz="2000" dirty="0"/>
          </a:p>
        </p:txBody>
      </p:sp>
    </p:spTree>
    <p:extLst>
      <p:ext uri="{BB962C8B-B14F-4D97-AF65-F5344CB8AC3E}">
        <p14:creationId xmlns:p14="http://schemas.microsoft.com/office/powerpoint/2010/main" val="2509104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EA316-204F-F7F4-7497-4C61EB317287}"/>
            </a:ext>
          </a:extLst>
        </p:cNvPr>
        <p:cNvGrpSpPr/>
        <p:nvPr/>
      </p:nvGrpSpPr>
      <p:grpSpPr>
        <a:xfrm>
          <a:off x="0" y="0"/>
          <a:ext cx="0" cy="0"/>
          <a:chOff x="0" y="0"/>
          <a:chExt cx="0" cy="0"/>
        </a:xfrm>
      </p:grpSpPr>
      <p:sp>
        <p:nvSpPr>
          <p:cNvPr id="3" name="副标题 2">
            <a:extLst>
              <a:ext uri="{FF2B5EF4-FFF2-40B4-BE49-F238E27FC236}">
                <a16:creationId xmlns:a16="http://schemas.microsoft.com/office/drawing/2014/main" id="{30D5367E-B053-53C9-41CE-9E10D3D293DC}"/>
              </a:ext>
            </a:extLst>
          </p:cNvPr>
          <p:cNvSpPr>
            <a:spLocks noGrp="1"/>
          </p:cNvSpPr>
          <p:nvPr>
            <p:ph type="subTitle" idx="1"/>
          </p:nvPr>
        </p:nvSpPr>
        <p:spPr>
          <a:xfrm>
            <a:off x="782593" y="500491"/>
            <a:ext cx="10770975" cy="5850881"/>
          </a:xfrm>
        </p:spPr>
        <p:txBody>
          <a:bodyPr>
            <a:normAutofit/>
          </a:bodyPr>
          <a:lstStyle/>
          <a:p>
            <a:pPr algn="l"/>
            <a:r>
              <a:rPr kumimoji="1" lang="zh-CN" altLang="en-US" sz="2000" dirty="0"/>
              <a:t>姓名：</a:t>
            </a:r>
            <a:endParaRPr kumimoji="1" lang="en-US" altLang="zh-CN" sz="2000" dirty="0"/>
          </a:p>
          <a:p>
            <a:pPr algn="l"/>
            <a:r>
              <a:rPr kumimoji="1" lang="zh-CN" altLang="en-US" sz="2000" dirty="0"/>
              <a:t>年龄：</a:t>
            </a:r>
            <a:endParaRPr kumimoji="1" lang="en-US" altLang="zh-CN" sz="2000" dirty="0"/>
          </a:p>
          <a:p>
            <a:pPr algn="l"/>
            <a:r>
              <a:rPr kumimoji="1" lang="zh-CN" altLang="en-US" sz="2000" dirty="0"/>
              <a:t>具体介绍一下您的职业和行业：</a:t>
            </a:r>
            <a:endParaRPr kumimoji="1" lang="en-US" altLang="zh-CN" sz="2000" dirty="0"/>
          </a:p>
          <a:p>
            <a:pPr algn="l"/>
            <a:r>
              <a:rPr kumimoji="1" lang="zh-CN" altLang="en-US" sz="2000" dirty="0"/>
              <a:t>家庭月收入：</a:t>
            </a:r>
            <a:endParaRPr kumimoji="1" lang="en-US" altLang="zh-CN" sz="2000" dirty="0"/>
          </a:p>
          <a:p>
            <a:pPr algn="l"/>
            <a:r>
              <a:rPr kumimoji="1" lang="zh-CN" altLang="en-US" sz="2000" dirty="0"/>
              <a:t>平时的兴趣爱好：</a:t>
            </a:r>
            <a:endParaRPr kumimoji="1" lang="en-US" altLang="zh-CN" sz="2000" dirty="0"/>
          </a:p>
          <a:p>
            <a:pPr algn="l"/>
            <a:endParaRPr kumimoji="1" lang="en-US" altLang="zh-CN" sz="2000" dirty="0"/>
          </a:p>
          <a:p>
            <a:pPr algn="l"/>
            <a:r>
              <a:rPr kumimoji="1" lang="zh-CN" altLang="en-US" sz="2000" dirty="0"/>
              <a:t>类型</a:t>
            </a:r>
            <a:r>
              <a:rPr kumimoji="1" lang="en-US" altLang="zh-CN" sz="2000" dirty="0"/>
              <a:t>B:</a:t>
            </a:r>
            <a:r>
              <a:rPr kumimoji="1" lang="zh-CN" altLang="en-US" sz="2000" dirty="0"/>
              <a:t> </a:t>
            </a:r>
            <a:endParaRPr kumimoji="1" lang="en-US" altLang="zh-CN" sz="2000" dirty="0"/>
          </a:p>
          <a:p>
            <a:pPr marL="457200" indent="-457200" algn="l">
              <a:buAutoNum type="arabicPeriod"/>
            </a:pPr>
            <a:r>
              <a:rPr kumimoji="1" lang="zh-CN" altLang="en-US" sz="2000" dirty="0"/>
              <a:t>请用几句话描述一下您当时是在怎么样的一个人生里程碑的情况下被获赠了哪一块表？是谁送的？对方送这块表的意义和你收到这块表的意义分别是什么？</a:t>
            </a:r>
            <a:endParaRPr kumimoji="1" lang="en-US" altLang="zh-CN" sz="2000" dirty="0"/>
          </a:p>
          <a:p>
            <a:pPr marL="457200" indent="-457200" algn="l">
              <a:buAutoNum type="arabicPeriod"/>
            </a:pPr>
            <a:r>
              <a:rPr kumimoji="1" lang="zh-CN" altLang="en-US" sz="2000" dirty="0"/>
              <a:t>为什么会选择表作为自己的奖励自己这次的人生里程碑？</a:t>
            </a:r>
            <a:endParaRPr kumimoji="1" lang="en-US" altLang="zh-CN" sz="2000" dirty="0"/>
          </a:p>
          <a:p>
            <a:pPr marL="457200" indent="-457200" algn="l">
              <a:buAutoNum type="arabicPeriod"/>
            </a:pPr>
            <a:r>
              <a:rPr kumimoji="1" lang="zh-CN" altLang="en-US" sz="2000" dirty="0"/>
              <a:t>为什么会选择这个品牌的表？</a:t>
            </a:r>
            <a:endParaRPr kumimoji="1" lang="en-US" altLang="zh-CN" sz="2000" dirty="0"/>
          </a:p>
        </p:txBody>
      </p:sp>
    </p:spTree>
    <p:extLst>
      <p:ext uri="{BB962C8B-B14F-4D97-AF65-F5344CB8AC3E}">
        <p14:creationId xmlns:p14="http://schemas.microsoft.com/office/powerpoint/2010/main" val="1874333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8CBCB-68FC-7BB6-194F-944476E9B0FA}"/>
            </a:ext>
          </a:extLst>
        </p:cNvPr>
        <p:cNvGrpSpPr/>
        <p:nvPr/>
      </p:nvGrpSpPr>
      <p:grpSpPr>
        <a:xfrm>
          <a:off x="0" y="0"/>
          <a:ext cx="0" cy="0"/>
          <a:chOff x="0" y="0"/>
          <a:chExt cx="0" cy="0"/>
        </a:xfrm>
      </p:grpSpPr>
      <p:sp>
        <p:nvSpPr>
          <p:cNvPr id="3" name="副标题 2">
            <a:extLst>
              <a:ext uri="{FF2B5EF4-FFF2-40B4-BE49-F238E27FC236}">
                <a16:creationId xmlns:a16="http://schemas.microsoft.com/office/drawing/2014/main" id="{F6D73A80-68EE-C9E8-F641-029B9FD57256}"/>
              </a:ext>
            </a:extLst>
          </p:cNvPr>
          <p:cNvSpPr>
            <a:spLocks noGrp="1"/>
          </p:cNvSpPr>
          <p:nvPr>
            <p:ph type="subTitle" idx="1"/>
          </p:nvPr>
        </p:nvSpPr>
        <p:spPr>
          <a:xfrm>
            <a:off x="782593" y="500491"/>
            <a:ext cx="10770975" cy="5850881"/>
          </a:xfrm>
        </p:spPr>
        <p:txBody>
          <a:bodyPr>
            <a:normAutofit/>
          </a:bodyPr>
          <a:lstStyle/>
          <a:p>
            <a:pPr algn="l"/>
            <a:r>
              <a:rPr kumimoji="1" lang="zh-CN" altLang="en-US" sz="2000" dirty="0"/>
              <a:t>姓名：</a:t>
            </a:r>
            <a:endParaRPr kumimoji="1" lang="en-US" altLang="zh-CN" sz="2000" dirty="0"/>
          </a:p>
          <a:p>
            <a:pPr algn="l"/>
            <a:r>
              <a:rPr kumimoji="1" lang="zh-CN" altLang="en-US" sz="2000" dirty="0"/>
              <a:t>年龄：</a:t>
            </a:r>
            <a:endParaRPr kumimoji="1" lang="en-US" altLang="zh-CN" sz="2000" dirty="0"/>
          </a:p>
          <a:p>
            <a:pPr algn="l"/>
            <a:r>
              <a:rPr kumimoji="1" lang="zh-CN" altLang="en-US" sz="2000" dirty="0"/>
              <a:t>具体介绍一下您的职业和行业：</a:t>
            </a:r>
            <a:endParaRPr kumimoji="1" lang="en-US" altLang="zh-CN" sz="2000" dirty="0"/>
          </a:p>
          <a:p>
            <a:pPr algn="l"/>
            <a:r>
              <a:rPr kumimoji="1" lang="zh-CN" altLang="en-US" sz="2000" dirty="0"/>
              <a:t>家庭月收入：</a:t>
            </a:r>
            <a:endParaRPr kumimoji="1" lang="en-US" altLang="zh-CN" sz="2000" dirty="0"/>
          </a:p>
          <a:p>
            <a:pPr algn="l"/>
            <a:r>
              <a:rPr kumimoji="1" lang="zh-CN" altLang="en-US" sz="2000" dirty="0"/>
              <a:t>平时的兴趣爱好：</a:t>
            </a:r>
            <a:endParaRPr kumimoji="1" lang="en-US" altLang="zh-CN" sz="2000" dirty="0"/>
          </a:p>
          <a:p>
            <a:pPr algn="l"/>
            <a:endParaRPr kumimoji="1" lang="en-US" altLang="zh-CN" sz="2000" dirty="0"/>
          </a:p>
          <a:p>
            <a:pPr algn="l"/>
            <a:r>
              <a:rPr kumimoji="1" lang="zh-CN" altLang="en-US" sz="2000" dirty="0"/>
              <a:t>类型</a:t>
            </a:r>
            <a:r>
              <a:rPr kumimoji="1" lang="en-US" altLang="zh-CN" sz="2000" dirty="0"/>
              <a:t>C:</a:t>
            </a:r>
            <a:r>
              <a:rPr kumimoji="1" lang="zh-CN" altLang="en-US" sz="2000" dirty="0"/>
              <a:t> </a:t>
            </a:r>
            <a:endParaRPr kumimoji="1" lang="en-US" altLang="zh-CN" sz="2000" dirty="0"/>
          </a:p>
          <a:p>
            <a:pPr marL="457200" indent="-457200" algn="l">
              <a:buAutoNum type="arabicPeriod"/>
            </a:pPr>
            <a:r>
              <a:rPr kumimoji="1" lang="zh-CN" altLang="en-US" sz="2000" dirty="0"/>
              <a:t>请用几句话描述一下您未来</a:t>
            </a:r>
            <a:r>
              <a:rPr kumimoji="1" lang="en-US" altLang="zh-CN" sz="2000" dirty="0"/>
              <a:t>12</a:t>
            </a:r>
            <a:r>
              <a:rPr kumimoji="1" lang="zh-CN" altLang="en-US" sz="2000" dirty="0"/>
              <a:t>个月有没有什么希望获得人生里程碑？这个里程碑对于你来说意义是什么？</a:t>
            </a:r>
            <a:endParaRPr kumimoji="1" lang="en-US" altLang="zh-CN" sz="2000" dirty="0"/>
          </a:p>
          <a:p>
            <a:pPr marL="457200" indent="-457200" algn="l">
              <a:buAutoNum type="arabicPeriod"/>
            </a:pPr>
            <a:r>
              <a:rPr kumimoji="1" lang="zh-CN" altLang="en-US" sz="2000" dirty="0"/>
              <a:t>为什么会选择表作为自己的奖励自己这次的人生里程碑？</a:t>
            </a:r>
            <a:endParaRPr kumimoji="1" lang="en-US" altLang="zh-CN" sz="2000" dirty="0"/>
          </a:p>
          <a:p>
            <a:pPr marL="457200" indent="-457200" algn="l">
              <a:buAutoNum type="arabicPeriod"/>
            </a:pPr>
            <a:r>
              <a:rPr kumimoji="1" lang="zh-CN" altLang="en-US" sz="2000" dirty="0"/>
              <a:t>为什么会选择这个品牌的表？</a:t>
            </a:r>
            <a:endParaRPr kumimoji="1" lang="en-US" altLang="zh-CN" sz="2000" dirty="0"/>
          </a:p>
        </p:txBody>
      </p:sp>
    </p:spTree>
    <p:extLst>
      <p:ext uri="{BB962C8B-B14F-4D97-AF65-F5344CB8AC3E}">
        <p14:creationId xmlns:p14="http://schemas.microsoft.com/office/powerpoint/2010/main" val="293421581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5354cecc-0549-4241-8e61-4e4860470ed6}" enabled="1" method="Standard" siteId="{26ca13d3-00b1-4326-a52f-094eb0cb809a}" contentBits="0" removed="0"/>
</clbl:labelList>
</file>

<file path=docProps/app.xml><?xml version="1.0" encoding="utf-8"?>
<Properties xmlns="http://schemas.openxmlformats.org/officeDocument/2006/extended-properties" xmlns:vt="http://schemas.openxmlformats.org/officeDocument/2006/docPropsVTypes">
  <TotalTime>8</TotalTime>
  <Words>247</Words>
  <Application>Microsoft Macintosh PowerPoint</Application>
  <PresentationFormat>宽屏</PresentationFormat>
  <Paragraphs>30</Paragraphs>
  <Slides>3</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vt:i4>
      </vt:variant>
    </vt:vector>
  </HeadingPairs>
  <TitlesOfParts>
    <vt:vector size="7" baseType="lpstr">
      <vt:lpstr>等线</vt:lpstr>
      <vt:lpstr>等线 Light</vt:lpstr>
      <vt:lpstr>Arial</vt:lpstr>
      <vt:lpstr>Office 主题​​</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Cindy Wu</dc:creator>
  <cp:lastModifiedBy>Cindy Wu</cp:lastModifiedBy>
  <cp:revision>1</cp:revision>
  <dcterms:created xsi:type="dcterms:W3CDTF">2025-12-02T07:02:18Z</dcterms:created>
  <dcterms:modified xsi:type="dcterms:W3CDTF">2025-12-02T07:11:00Z</dcterms:modified>
</cp:coreProperties>
</file>